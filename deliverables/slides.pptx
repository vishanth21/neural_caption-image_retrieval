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Speaker: this is the everyday pain — thousands of photos, no way to query them. The paper's motivating example: "once I saw a bird on a giraffe".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Caption-Image Retrieval</dc:title>
  <dc:subject>PptxGenJS Presentation</dc:subject>
  <dc:creator>Created by Marp</dc:creator>
  <cp:lastModifiedBy>Created by Marp</cp:lastModifiedBy>
  <cp:revision>1</cp:revision>
  <dcterms:created xsi:type="dcterms:W3CDTF">2026-10-13T05:19:57Z</dcterms:created>
  <dcterms:modified xsi:type="dcterms:W3CDTF">2026-10-13T05:19:57Z</dcterms:modified>
</cp:coreProperties>
</file>